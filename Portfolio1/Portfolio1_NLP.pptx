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5DFDD"/>
          </a:solidFill>
        </a:fill>
      </a:tcStyle>
    </a:wholeTbl>
    <a:band2H>
      <a:tcTxStyle b="def" i="def"/>
      <a:tcStyle>
        <a:tcBdr/>
        <a:fill>
          <a:solidFill>
            <a:srgbClr val="FAEF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12700" cap="flat">
              <a:solidFill>
                <a:srgbClr val="FAECEB"/>
              </a:solidFill>
              <a:prstDash val="solid"/>
              <a:round/>
            </a:ln>
          </a:top>
          <a:bottom>
            <a:ln w="127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rgbClr val="F5DFDD"/>
          </a:solidFill>
        </a:fill>
      </a:tcStyle>
    </a:wholeTbl>
    <a:band2H>
      <a:tcTxStyle b="def" i="def"/>
      <a:tcStyle>
        <a:tcBdr/>
        <a:fill>
          <a:solidFill>
            <a:srgbClr val="FAEFEF"/>
          </a:solidFill>
        </a:fill>
      </a:tcStyle>
    </a:band2H>
    <a:firstCol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12700" cap="flat">
              <a:solidFill>
                <a:srgbClr val="FAECEB"/>
              </a:solidFill>
              <a:prstDash val="solid"/>
              <a:round/>
            </a:ln>
          </a:top>
          <a:bottom>
            <a:ln w="127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38100" cap="flat">
              <a:solidFill>
                <a:srgbClr val="FAECEB"/>
              </a:solidFill>
              <a:prstDash val="solid"/>
              <a:round/>
            </a:ln>
          </a:top>
          <a:bottom>
            <a:ln w="127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12700" cap="flat">
              <a:solidFill>
                <a:srgbClr val="FAECEB"/>
              </a:solidFill>
              <a:prstDash val="solid"/>
              <a:round/>
            </a:ln>
          </a:top>
          <a:bottom>
            <a:ln w="381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12700" cap="flat">
              <a:solidFill>
                <a:srgbClr val="FAECEB"/>
              </a:solidFill>
              <a:prstDash val="solid"/>
              <a:round/>
            </a:ln>
          </a:top>
          <a:bottom>
            <a:ln w="127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rgbClr val="E4CBCF"/>
          </a:solidFill>
        </a:fill>
      </a:tcStyle>
    </a:wholeTbl>
    <a:band2H>
      <a:tcTxStyle b="def" i="def"/>
      <a:tcStyle>
        <a:tcBdr/>
        <a:fill>
          <a:solidFill>
            <a:srgbClr val="F2E7E9"/>
          </a:solidFill>
        </a:fill>
      </a:tcStyle>
    </a:band2H>
    <a:firstCol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12700" cap="flat">
              <a:solidFill>
                <a:srgbClr val="FAECEB"/>
              </a:solidFill>
              <a:prstDash val="solid"/>
              <a:round/>
            </a:ln>
          </a:top>
          <a:bottom>
            <a:ln w="127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38100" cap="flat">
              <a:solidFill>
                <a:srgbClr val="FAECEB"/>
              </a:solidFill>
              <a:prstDash val="solid"/>
              <a:round/>
            </a:ln>
          </a:top>
          <a:bottom>
            <a:ln w="127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12700" cap="flat">
              <a:solidFill>
                <a:srgbClr val="FAECEB"/>
              </a:solidFill>
              <a:prstDash val="solid"/>
              <a:round/>
            </a:ln>
          </a:top>
          <a:bottom>
            <a:ln w="381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12700" cap="flat">
              <a:solidFill>
                <a:srgbClr val="FAECEB"/>
              </a:solidFill>
              <a:prstDash val="solid"/>
              <a:round/>
            </a:ln>
          </a:top>
          <a:bottom>
            <a:ln w="127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rgbClr val="DFEDEA"/>
          </a:solidFill>
        </a:fill>
      </a:tcStyle>
    </a:wholeTbl>
    <a:band2H>
      <a:tcTxStyle b="def" i="def"/>
      <a:tcStyle>
        <a:tcBdr/>
        <a:fill>
          <a:solidFill>
            <a:srgbClr val="EFF6F5"/>
          </a:solidFill>
        </a:fill>
      </a:tcStyle>
    </a:band2H>
    <a:firstCol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12700" cap="flat">
              <a:solidFill>
                <a:srgbClr val="FAECEB"/>
              </a:solidFill>
              <a:prstDash val="solid"/>
              <a:round/>
            </a:ln>
          </a:top>
          <a:bottom>
            <a:ln w="127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38100" cap="flat">
              <a:solidFill>
                <a:srgbClr val="FAECEB"/>
              </a:solidFill>
              <a:prstDash val="solid"/>
              <a:round/>
            </a:ln>
          </a:top>
          <a:bottom>
            <a:ln w="127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12700" cap="flat">
              <a:solidFill>
                <a:srgbClr val="FAECEB"/>
              </a:solidFill>
              <a:prstDash val="solid"/>
              <a:round/>
            </a:ln>
          </a:top>
          <a:bottom>
            <a:ln w="381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AECEB"/>
          </a:solidFill>
        </a:fill>
      </a:tcStyle>
    </a:band2H>
    <a:firstCol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AECEB"/>
          </a:solidFill>
        </a:fill>
      </a:tcStyle>
    </a:lastRow>
    <a:firstRow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12700" cap="flat">
              <a:solidFill>
                <a:srgbClr val="FAECEB"/>
              </a:solidFill>
              <a:prstDash val="solid"/>
              <a:round/>
            </a:ln>
          </a:top>
          <a:bottom>
            <a:ln w="127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12700" cap="flat">
              <a:solidFill>
                <a:srgbClr val="FAECEB"/>
              </a:solidFill>
              <a:prstDash val="solid"/>
              <a:round/>
            </a:ln>
          </a:top>
          <a:bottom>
            <a:ln w="127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38100" cap="flat">
              <a:solidFill>
                <a:srgbClr val="FAECEB"/>
              </a:solidFill>
              <a:prstDash val="solid"/>
              <a:round/>
            </a:ln>
          </a:top>
          <a:bottom>
            <a:ln w="127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AECEB"/>
        </a:fontRef>
        <a:srgbClr val="FAECEB"/>
      </a:tcTxStyle>
      <a:tcStyle>
        <a:tcBdr>
          <a:left>
            <a:ln w="12700" cap="flat">
              <a:solidFill>
                <a:srgbClr val="FAECEB"/>
              </a:solidFill>
              <a:prstDash val="solid"/>
              <a:round/>
            </a:ln>
          </a:left>
          <a:right>
            <a:ln w="12700" cap="flat">
              <a:solidFill>
                <a:srgbClr val="FAECEB"/>
              </a:solidFill>
              <a:prstDash val="solid"/>
              <a:round/>
            </a:ln>
          </a:right>
          <a:top>
            <a:ln w="12700" cap="flat">
              <a:solidFill>
                <a:srgbClr val="FAECEB"/>
              </a:solidFill>
              <a:prstDash val="solid"/>
              <a:round/>
            </a:ln>
          </a:top>
          <a:bottom>
            <a:ln w="38100" cap="flat">
              <a:solidFill>
                <a:srgbClr val="FAECEB"/>
              </a:solidFill>
              <a:prstDash val="solid"/>
              <a:round/>
            </a:ln>
          </a:bottom>
          <a:insideH>
            <a:ln w="12700" cap="flat">
              <a:solidFill>
                <a:srgbClr val="FAECEB"/>
              </a:solidFill>
              <a:prstDash val="solid"/>
              <a:round/>
            </a:ln>
          </a:insideH>
          <a:insideV>
            <a:ln w="12700" cap="flat">
              <a:solidFill>
                <a:srgbClr val="FAECEB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0" name="Shape 15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/>
          <p:nvPr>
            <p:ph type="title"/>
          </p:nvPr>
        </p:nvSpPr>
        <p:spPr>
          <a:xfrm>
            <a:off x="868680" y="804672"/>
            <a:ext cx="10460736" cy="3255265"/>
          </a:xfrm>
          <a:prstGeom prst="rect">
            <a:avLst/>
          </a:prstGeom>
        </p:spPr>
        <p:txBody>
          <a:bodyPr anchor="b"/>
          <a:lstStyle>
            <a:lvl1pPr algn="ctr">
              <a:defRPr sz="7200">
                <a:solidFill>
                  <a:srgbClr val="FAECEB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6" name="Body Level One…"/>
          <p:cNvSpPr txBox="1"/>
          <p:nvPr>
            <p:ph type="body" sz="quarter" idx="1"/>
          </p:nvPr>
        </p:nvSpPr>
        <p:spPr>
          <a:xfrm>
            <a:off x="3081571" y="4526279"/>
            <a:ext cx="6028858" cy="91440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cap="all" spc="300" sz="1600">
                <a:solidFill>
                  <a:srgbClr val="FAECEB"/>
                </a:solidFill>
              </a:defRPr>
            </a:lvl1pPr>
            <a:lvl2pPr marL="609600" indent="-152400" algn="ctr">
              <a:buFontTx/>
              <a:defRPr cap="all" spc="300" sz="1600">
                <a:solidFill>
                  <a:srgbClr val="FAECEB"/>
                </a:solidFill>
              </a:defRPr>
            </a:lvl2pPr>
            <a:lvl3pPr marL="1097280" indent="-182880" algn="ctr">
              <a:buFontTx/>
              <a:defRPr cap="all" spc="300" sz="1600">
                <a:solidFill>
                  <a:srgbClr val="FAECEB"/>
                </a:solidFill>
              </a:defRPr>
            </a:lvl3pPr>
            <a:lvl4pPr marL="1574800" indent="-203200" algn="ctr">
              <a:buFontTx/>
              <a:defRPr cap="all" spc="300" sz="1600">
                <a:solidFill>
                  <a:srgbClr val="FAECEB"/>
                </a:solidFill>
              </a:defRPr>
            </a:lvl4pPr>
            <a:lvl5pPr marL="2032000" indent="-203200" algn="ctr">
              <a:buFontTx/>
              <a:defRPr cap="all" spc="300" sz="1600">
                <a:solidFill>
                  <a:srgbClr val="FAECEB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Rectangle 20"/>
          <p:cNvSpPr/>
          <p:nvPr/>
        </p:nvSpPr>
        <p:spPr>
          <a:xfrm>
            <a:off x="361950" y="327025"/>
            <a:ext cx="11468100" cy="6203950"/>
          </a:xfrm>
          <a:prstGeom prst="rect">
            <a:avLst/>
          </a:prstGeom>
          <a:ln w="28575">
            <a:solidFill>
              <a:srgbClr val="EA9FB6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Source Sans Pro"/>
                <a:ea typeface="Source Sans Pro"/>
                <a:cs typeface="Source Sans Pro"/>
                <a:sym typeface="Source Sans Pro"/>
              </a:defRPr>
            </a:pPr>
          </a:p>
        </p:txBody>
      </p:sp>
      <p:grpSp>
        <p:nvGrpSpPr>
          <p:cNvPr id="20" name="Group 47"/>
          <p:cNvGrpSpPr/>
          <p:nvPr/>
        </p:nvGrpSpPr>
        <p:grpSpPr>
          <a:xfrm>
            <a:off x="6083299" y="327025"/>
            <a:ext cx="25402" cy="6203952"/>
            <a:chOff x="0" y="0"/>
            <a:chExt cx="25400" cy="6203952"/>
          </a:xfrm>
        </p:grpSpPr>
        <p:sp>
          <p:nvSpPr>
            <p:cNvPr id="18" name="Straight Connector 48"/>
            <p:cNvSpPr/>
            <p:nvPr/>
          </p:nvSpPr>
          <p:spPr>
            <a:xfrm flipV="1">
              <a:off x="-1" y="5954033"/>
              <a:ext cx="25402" cy="249920"/>
            </a:xfrm>
            <a:prstGeom prst="line">
              <a:avLst/>
            </a:prstGeom>
            <a:noFill/>
            <a:ln w="28575" cap="flat">
              <a:solidFill>
                <a:srgbClr val="EA9FB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" name="Straight Connector 49"/>
            <p:cNvSpPr/>
            <p:nvPr/>
          </p:nvSpPr>
          <p:spPr>
            <a:xfrm flipV="1">
              <a:off x="-1" y="0"/>
              <a:ext cx="25402" cy="249919"/>
            </a:xfrm>
            <a:prstGeom prst="line">
              <a:avLst/>
            </a:prstGeom>
            <a:noFill/>
            <a:ln w="28575" cap="flat">
              <a:solidFill>
                <a:srgbClr val="EA9FB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xfrm>
            <a:off x="838200" y="853332"/>
            <a:ext cx="4844144" cy="5151336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sz="half" idx="1"/>
          </p:nvPr>
        </p:nvSpPr>
        <p:spPr>
          <a:xfrm>
            <a:off x="6455228" y="853332"/>
            <a:ext cx="4920344" cy="515133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200000"/>
              </a:lnSpc>
              <a:buSzTx/>
              <a:buFontTx/>
              <a:buNone/>
              <a:defRPr cap="all" spc="300" sz="1600"/>
            </a:lvl1pPr>
            <a:lvl2pPr marL="742950" indent="-285750" algn="ctr">
              <a:lnSpc>
                <a:spcPct val="200000"/>
              </a:lnSpc>
              <a:buFontTx/>
              <a:defRPr cap="all" spc="300" sz="1600"/>
            </a:lvl2pPr>
            <a:lvl3pPr marL="1200150" indent="-285750" algn="ctr">
              <a:lnSpc>
                <a:spcPct val="200000"/>
              </a:lnSpc>
              <a:buFontTx/>
              <a:defRPr cap="all" spc="300" sz="1600"/>
            </a:lvl3pPr>
            <a:lvl4pPr marL="1657350" indent="-285750" algn="ctr">
              <a:lnSpc>
                <a:spcPct val="200000"/>
              </a:lnSpc>
              <a:buFontTx/>
              <a:defRPr cap="all" spc="300" sz="1600"/>
            </a:lvl4pPr>
            <a:lvl5pPr marL="2114550" indent="-285750" algn="ctr">
              <a:lnSpc>
                <a:spcPct val="200000"/>
              </a:lnSpc>
              <a:buFontTx/>
              <a:defRPr cap="all" spc="300"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 01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/>
          <p:cNvSpPr/>
          <p:nvPr/>
        </p:nvSpPr>
        <p:spPr>
          <a:xfrm>
            <a:off x="361950" y="327025"/>
            <a:ext cx="11468100" cy="6203950"/>
          </a:xfrm>
          <a:prstGeom prst="rect">
            <a:avLst/>
          </a:prstGeom>
          <a:ln w="28575">
            <a:solidFill>
              <a:srgbClr val="EA9FB6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Source Sans Pro"/>
                <a:ea typeface="Source Sans Pro"/>
                <a:cs typeface="Source Sans Pro"/>
                <a:sym typeface="Source Sans Pro"/>
              </a:defRPr>
            </a:pPr>
          </a:p>
        </p:txBody>
      </p:sp>
      <p:sp>
        <p:nvSpPr>
          <p:cNvPr id="38" name="Straight Connector 5"/>
          <p:cNvSpPr/>
          <p:nvPr/>
        </p:nvSpPr>
        <p:spPr>
          <a:xfrm flipV="1">
            <a:off x="6096000" y="6281056"/>
            <a:ext cx="1" cy="249920"/>
          </a:xfrm>
          <a:prstGeom prst="line">
            <a:avLst/>
          </a:prstGeom>
          <a:ln w="28575">
            <a:solidFill>
              <a:srgbClr val="E06F92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" name="Straight Connector 6"/>
          <p:cNvSpPr/>
          <p:nvPr/>
        </p:nvSpPr>
        <p:spPr>
          <a:xfrm flipV="1">
            <a:off x="6095999" y="327025"/>
            <a:ext cx="2" cy="6160862"/>
          </a:xfrm>
          <a:prstGeom prst="line">
            <a:avLst/>
          </a:prstGeom>
          <a:ln w="28575">
            <a:solidFill>
              <a:srgbClr val="EA9FB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" name="Title Text"/>
          <p:cNvSpPr txBox="1"/>
          <p:nvPr>
            <p:ph type="title"/>
          </p:nvPr>
        </p:nvSpPr>
        <p:spPr>
          <a:xfrm>
            <a:off x="838200" y="853332"/>
            <a:ext cx="4844142" cy="5151337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FAECEB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1" name="Picture Placeholder 7"/>
          <p:cNvSpPr/>
          <p:nvPr>
            <p:ph type="pic" sz="half" idx="21"/>
          </p:nvPr>
        </p:nvSpPr>
        <p:spPr>
          <a:xfrm>
            <a:off x="6428011" y="685800"/>
            <a:ext cx="5070022" cy="5486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/>
          <p:nvPr>
            <p:ph type="title"/>
          </p:nvPr>
        </p:nvSpPr>
        <p:spPr>
          <a:xfrm>
            <a:off x="838200" y="853332"/>
            <a:ext cx="4844144" cy="5151336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Title Text</a:t>
            </a:r>
          </a:p>
        </p:txBody>
      </p:sp>
      <p:sp>
        <p:nvSpPr>
          <p:cNvPr id="50" name="Body Level One…"/>
          <p:cNvSpPr txBox="1"/>
          <p:nvPr>
            <p:ph type="body" sz="half" idx="1"/>
          </p:nvPr>
        </p:nvSpPr>
        <p:spPr>
          <a:xfrm>
            <a:off x="6455228" y="853332"/>
            <a:ext cx="4997633" cy="515133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SzTx/>
              <a:buFontTx/>
              <a:buNone/>
              <a:defRPr sz="2000"/>
            </a:lvl1pPr>
            <a:lvl2pPr marL="800100" indent="-342900">
              <a:lnSpc>
                <a:spcPct val="100000"/>
              </a:lnSpc>
              <a:buFontTx/>
              <a:defRPr sz="2000"/>
            </a:lvl2pPr>
            <a:lvl3pPr marL="1257300" indent="-342900">
              <a:lnSpc>
                <a:spcPct val="100000"/>
              </a:lnSpc>
              <a:buFontTx/>
              <a:defRPr sz="2000"/>
            </a:lvl3pPr>
            <a:lvl4pPr>
              <a:lnSpc>
                <a:spcPct val="100000"/>
              </a:lnSpc>
              <a:buFontTx/>
              <a:defRPr sz="2000"/>
            </a:lvl4pPr>
            <a:lvl5pPr>
              <a:lnSpc>
                <a:spcPct val="100000"/>
              </a:lnSpc>
              <a:buFontTx/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 02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/>
          <p:nvPr>
            <p:ph type="title"/>
          </p:nvPr>
        </p:nvSpPr>
        <p:spPr>
          <a:xfrm>
            <a:off x="838200" y="853332"/>
            <a:ext cx="4844142" cy="3939649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FAECEB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9" name="Body Level One…"/>
          <p:cNvSpPr txBox="1"/>
          <p:nvPr>
            <p:ph type="body" sz="quarter" idx="1"/>
          </p:nvPr>
        </p:nvSpPr>
        <p:spPr>
          <a:xfrm>
            <a:off x="838199" y="5029200"/>
            <a:ext cx="4844144" cy="1169761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cap="all" spc="300" sz="1800">
                <a:solidFill>
                  <a:srgbClr val="FAECEB"/>
                </a:solidFill>
              </a:defRPr>
            </a:lvl1pPr>
            <a:lvl2pPr marL="628650" indent="-171450">
              <a:buFontTx/>
              <a:defRPr cap="all" spc="300" sz="1800">
                <a:solidFill>
                  <a:srgbClr val="FAECEB"/>
                </a:solidFill>
              </a:defRPr>
            </a:lvl2pPr>
            <a:lvl3pPr marL="1120138" indent="-205738">
              <a:buFontTx/>
              <a:defRPr cap="all" spc="300" sz="1800">
                <a:solidFill>
                  <a:srgbClr val="FAECEB"/>
                </a:solidFill>
              </a:defRPr>
            </a:lvl3pPr>
            <a:lvl4pPr marL="1600200" indent="-228600">
              <a:buFontTx/>
              <a:defRPr cap="all" spc="300" sz="1800">
                <a:solidFill>
                  <a:srgbClr val="FAECEB"/>
                </a:solidFill>
              </a:defRPr>
            </a:lvl4pPr>
            <a:lvl5pPr marL="2057400" indent="-228600">
              <a:buFontTx/>
              <a:defRPr cap="all" spc="300" sz="1800">
                <a:solidFill>
                  <a:srgbClr val="FAECEB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" name="Picture Placeholder 4"/>
          <p:cNvSpPr/>
          <p:nvPr>
            <p:ph type="pic" sz="half" idx="21"/>
          </p:nvPr>
        </p:nvSpPr>
        <p:spPr>
          <a:xfrm>
            <a:off x="6428011" y="685800"/>
            <a:ext cx="5070022" cy="5486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Rectangle 3"/>
          <p:cNvSpPr/>
          <p:nvPr/>
        </p:nvSpPr>
        <p:spPr>
          <a:xfrm>
            <a:off x="361950" y="327025"/>
            <a:ext cx="11468100" cy="6203950"/>
          </a:xfrm>
          <a:prstGeom prst="rect">
            <a:avLst/>
          </a:prstGeom>
          <a:ln w="28575">
            <a:solidFill>
              <a:srgbClr val="E06F92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Source Sans Pro"/>
                <a:ea typeface="Source Sans Pro"/>
                <a:cs typeface="Source Sans Pro"/>
                <a:sym typeface="Source Sans Pro"/>
              </a:defRPr>
            </a:pPr>
          </a:p>
        </p:txBody>
      </p:sp>
      <p:sp>
        <p:nvSpPr>
          <p:cNvPr id="62" name="Straight Connector 5"/>
          <p:cNvSpPr/>
          <p:nvPr/>
        </p:nvSpPr>
        <p:spPr>
          <a:xfrm flipV="1">
            <a:off x="6096000" y="6281056"/>
            <a:ext cx="1" cy="249920"/>
          </a:xfrm>
          <a:prstGeom prst="line">
            <a:avLst/>
          </a:prstGeom>
          <a:ln w="28575">
            <a:solidFill>
              <a:srgbClr val="E06F92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" name="Straight Connector 6"/>
          <p:cNvSpPr/>
          <p:nvPr/>
        </p:nvSpPr>
        <p:spPr>
          <a:xfrm flipV="1">
            <a:off x="6095999" y="327025"/>
            <a:ext cx="2" cy="6160862"/>
          </a:xfrm>
          <a:prstGeom prst="line">
            <a:avLst/>
          </a:prstGeom>
          <a:ln w="28575">
            <a:solidFill>
              <a:srgbClr val="E06F92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/>
          <p:nvPr>
            <p:ph type="title"/>
          </p:nvPr>
        </p:nvSpPr>
        <p:spPr>
          <a:xfrm>
            <a:off x="838200" y="853332"/>
            <a:ext cx="4844144" cy="279241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2" name="Body Level One…"/>
          <p:cNvSpPr txBox="1"/>
          <p:nvPr>
            <p:ph type="body" sz="quarter" idx="1"/>
          </p:nvPr>
        </p:nvSpPr>
        <p:spPr>
          <a:xfrm>
            <a:off x="838200" y="3813681"/>
            <a:ext cx="4898572" cy="218831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/>
            </a:lvl1pPr>
            <a:lvl2pPr marL="0" indent="0">
              <a:lnSpc>
                <a:spcPct val="100000"/>
              </a:lnSpc>
              <a:buSzTx/>
              <a:buFontTx/>
              <a:buNone/>
              <a:defRPr sz="2000"/>
            </a:lvl2pPr>
            <a:lvl3pPr marL="0" indent="0">
              <a:lnSpc>
                <a:spcPct val="100000"/>
              </a:lnSpc>
              <a:buSzTx/>
              <a:buFontTx/>
              <a:buNone/>
              <a:defRPr sz="2000"/>
            </a:lvl3pPr>
            <a:lvl4pPr marL="0" indent="0">
              <a:lnSpc>
                <a:spcPct val="100000"/>
              </a:lnSpc>
              <a:buSzTx/>
              <a:buFontTx/>
              <a:buNone/>
              <a:defRPr sz="2000"/>
            </a:lvl4pPr>
            <a:lvl5pPr marL="0" indent="0">
              <a:lnSpc>
                <a:spcPct val="100000"/>
              </a:lnSpc>
              <a:buSzTx/>
              <a:buFontTx/>
              <a:buNone/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traight Connector 2"/>
          <p:cNvSpPr/>
          <p:nvPr/>
        </p:nvSpPr>
        <p:spPr>
          <a:xfrm flipV="1">
            <a:off x="6095999" y="327025"/>
            <a:ext cx="2" cy="6160862"/>
          </a:xfrm>
          <a:prstGeom prst="line">
            <a:avLst/>
          </a:prstGeom>
          <a:ln w="28575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" name="Title Text"/>
          <p:cNvSpPr txBox="1"/>
          <p:nvPr>
            <p:ph type="title"/>
          </p:nvPr>
        </p:nvSpPr>
        <p:spPr>
          <a:xfrm>
            <a:off x="838200" y="853332"/>
            <a:ext cx="4844144" cy="279241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2" name="Body Level One…"/>
          <p:cNvSpPr txBox="1"/>
          <p:nvPr>
            <p:ph type="body" sz="quarter" idx="1"/>
          </p:nvPr>
        </p:nvSpPr>
        <p:spPr>
          <a:xfrm>
            <a:off x="838200" y="3813681"/>
            <a:ext cx="4898572" cy="218831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/>
            </a:lvl1pPr>
            <a:lvl2pPr marL="0" indent="0">
              <a:lnSpc>
                <a:spcPct val="100000"/>
              </a:lnSpc>
              <a:buSzTx/>
              <a:buFontTx/>
              <a:buNone/>
              <a:defRPr sz="2000"/>
            </a:lvl2pPr>
            <a:lvl3pPr marL="0" indent="0">
              <a:lnSpc>
                <a:spcPct val="100000"/>
              </a:lnSpc>
              <a:buSzTx/>
              <a:buFontTx/>
              <a:buNone/>
              <a:defRPr sz="2000"/>
            </a:lvl3pPr>
            <a:lvl4pPr marL="0" indent="0">
              <a:lnSpc>
                <a:spcPct val="100000"/>
              </a:lnSpc>
              <a:buSzTx/>
              <a:buFontTx/>
              <a:buNone/>
              <a:defRPr sz="2000"/>
            </a:lvl4pPr>
            <a:lvl5pPr marL="0" indent="0">
              <a:lnSpc>
                <a:spcPct val="100000"/>
              </a:lnSpc>
              <a:buSzTx/>
              <a:buFontTx/>
              <a:buNone/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Picture Placeholder 1"/>
          <p:cNvSpPr/>
          <p:nvPr>
            <p:ph type="pic" sz="half" idx="21"/>
          </p:nvPr>
        </p:nvSpPr>
        <p:spPr>
          <a:xfrm>
            <a:off x="6428011" y="685800"/>
            <a:ext cx="5070022" cy="5486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/>
          <p:nvPr>
            <p:ph type="title"/>
          </p:nvPr>
        </p:nvSpPr>
        <p:spPr>
          <a:xfrm>
            <a:off x="838200" y="853332"/>
            <a:ext cx="4844144" cy="279241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2" name="Body Level One…"/>
          <p:cNvSpPr txBox="1"/>
          <p:nvPr>
            <p:ph type="body" sz="quarter" idx="1"/>
          </p:nvPr>
        </p:nvSpPr>
        <p:spPr>
          <a:xfrm>
            <a:off x="838200" y="3813681"/>
            <a:ext cx="4898572" cy="218831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2000"/>
            </a:lvl1pPr>
            <a:lvl2pPr marL="0" indent="0">
              <a:lnSpc>
                <a:spcPct val="100000"/>
              </a:lnSpc>
              <a:buSzTx/>
              <a:buFontTx/>
              <a:buNone/>
              <a:defRPr sz="2000"/>
            </a:lvl2pPr>
            <a:lvl3pPr marL="0" indent="0">
              <a:lnSpc>
                <a:spcPct val="100000"/>
              </a:lnSpc>
              <a:buSzTx/>
              <a:buFontTx/>
              <a:buNone/>
              <a:defRPr sz="2000"/>
            </a:lvl3pPr>
            <a:lvl4pPr marL="0" indent="0">
              <a:lnSpc>
                <a:spcPct val="100000"/>
              </a:lnSpc>
              <a:buSzTx/>
              <a:buFontTx/>
              <a:buNone/>
              <a:defRPr sz="2000"/>
            </a:lvl4pPr>
            <a:lvl5pPr marL="0" indent="0">
              <a:lnSpc>
                <a:spcPct val="100000"/>
              </a:lnSpc>
              <a:buSzTx/>
              <a:buFontTx/>
              <a:buNone/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traight Connector 11"/>
          <p:cNvSpPr/>
          <p:nvPr/>
        </p:nvSpPr>
        <p:spPr>
          <a:xfrm flipV="1">
            <a:off x="6095999" y="327025"/>
            <a:ext cx="2" cy="6160862"/>
          </a:xfrm>
          <a:prstGeom prst="line">
            <a:avLst/>
          </a:prstGeom>
          <a:ln w="28575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/>
          <p:nvPr>
            <p:ph type="title"/>
          </p:nvPr>
        </p:nvSpPr>
        <p:spPr>
          <a:xfrm>
            <a:off x="838200" y="853332"/>
            <a:ext cx="4844144" cy="279241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2" name="Body Level One…"/>
          <p:cNvSpPr txBox="1"/>
          <p:nvPr>
            <p:ph type="body" sz="quarter" idx="1"/>
          </p:nvPr>
        </p:nvSpPr>
        <p:spPr>
          <a:xfrm>
            <a:off x="837520" y="3880756"/>
            <a:ext cx="4844144" cy="212317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 03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Text"/>
          <p:cNvSpPr txBox="1"/>
          <p:nvPr>
            <p:ph type="title"/>
          </p:nvPr>
        </p:nvSpPr>
        <p:spPr>
          <a:xfrm>
            <a:off x="1704181" y="2167820"/>
            <a:ext cx="8783640" cy="2522360"/>
          </a:xfrm>
          <a:prstGeom prst="rect">
            <a:avLst/>
          </a:prstGeom>
        </p:spPr>
        <p:txBody>
          <a:bodyPr anchor="ctr"/>
          <a:lstStyle>
            <a:lvl1pPr algn="ctr">
              <a:defRPr sz="5400">
                <a:solidFill>
                  <a:srgbClr val="FAECEB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0" name="Rectangle 2"/>
          <p:cNvSpPr/>
          <p:nvPr/>
        </p:nvSpPr>
        <p:spPr>
          <a:xfrm>
            <a:off x="361950" y="327025"/>
            <a:ext cx="11468100" cy="6203950"/>
          </a:xfrm>
          <a:prstGeom prst="rect">
            <a:avLst/>
          </a:prstGeom>
          <a:ln w="28575">
            <a:solidFill>
              <a:srgbClr val="EA9FB6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Source Sans Pro"/>
                <a:ea typeface="Source Sans Pro"/>
                <a:cs typeface="Source Sans Pro"/>
                <a:sym typeface="Source Sans Pro"/>
              </a:defRPr>
            </a:pPr>
          </a:p>
        </p:txBody>
      </p:sp>
      <p:grpSp>
        <p:nvGrpSpPr>
          <p:cNvPr id="123" name="Group 3"/>
          <p:cNvGrpSpPr/>
          <p:nvPr/>
        </p:nvGrpSpPr>
        <p:grpSpPr>
          <a:xfrm>
            <a:off x="6083299" y="327025"/>
            <a:ext cx="25402" cy="6203952"/>
            <a:chOff x="0" y="0"/>
            <a:chExt cx="25400" cy="6203952"/>
          </a:xfrm>
        </p:grpSpPr>
        <p:sp>
          <p:nvSpPr>
            <p:cNvPr id="121" name="Straight Connector 4"/>
            <p:cNvSpPr/>
            <p:nvPr/>
          </p:nvSpPr>
          <p:spPr>
            <a:xfrm flipV="1">
              <a:off x="-1" y="5954033"/>
              <a:ext cx="25402" cy="249920"/>
            </a:xfrm>
            <a:prstGeom prst="line">
              <a:avLst/>
            </a:prstGeom>
            <a:noFill/>
            <a:ln w="28575" cap="flat">
              <a:solidFill>
                <a:srgbClr val="EA9FB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2" name="Straight Connector 5"/>
            <p:cNvSpPr/>
            <p:nvPr/>
          </p:nvSpPr>
          <p:spPr>
            <a:xfrm flipV="1">
              <a:off x="-1" y="0"/>
              <a:ext cx="25402" cy="249919"/>
            </a:xfrm>
            <a:prstGeom prst="line">
              <a:avLst/>
            </a:prstGeom>
            <a:noFill/>
            <a:ln w="28575" cap="flat">
              <a:solidFill>
                <a:srgbClr val="EA9FB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Text"/>
          <p:cNvSpPr txBox="1"/>
          <p:nvPr>
            <p:ph type="title"/>
          </p:nvPr>
        </p:nvSpPr>
        <p:spPr>
          <a:xfrm>
            <a:off x="838200" y="853332"/>
            <a:ext cx="4844144" cy="279241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2" name="Body Level One…"/>
          <p:cNvSpPr txBox="1"/>
          <p:nvPr>
            <p:ph type="body" sz="quarter" idx="1"/>
          </p:nvPr>
        </p:nvSpPr>
        <p:spPr>
          <a:xfrm>
            <a:off x="837520" y="3813681"/>
            <a:ext cx="4844144" cy="2188319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711200" indent="-254000">
              <a:defRPr sz="2000"/>
            </a:lvl2pPr>
            <a:lvl3pPr marL="1200150" indent="-285750">
              <a:defRPr sz="2000"/>
            </a:lvl3pPr>
            <a:lvl4pPr marL="1698170" indent="-326570">
              <a:defRPr sz="2000"/>
            </a:lvl4pPr>
            <a:lvl5pPr marL="2155370" indent="-326570"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3" name="Straight Connector 11"/>
          <p:cNvSpPr/>
          <p:nvPr/>
        </p:nvSpPr>
        <p:spPr>
          <a:xfrm flipV="1">
            <a:off x="6095999" y="327025"/>
            <a:ext cx="2" cy="6160862"/>
          </a:xfrm>
          <a:prstGeom prst="line">
            <a:avLst/>
          </a:prstGeom>
          <a:ln w="28575">
            <a:solidFill>
              <a:schemeClr val="accent3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Text"/>
          <p:cNvSpPr txBox="1"/>
          <p:nvPr>
            <p:ph type="title"/>
          </p:nvPr>
        </p:nvSpPr>
        <p:spPr>
          <a:xfrm>
            <a:off x="1754503" y="1013460"/>
            <a:ext cx="8682993" cy="2230804"/>
          </a:xfrm>
          <a:prstGeom prst="rect">
            <a:avLst/>
          </a:prstGeom>
        </p:spPr>
        <p:txBody>
          <a:bodyPr anchor="b"/>
          <a:lstStyle>
            <a:lvl1pPr algn="ctr"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42" name="Body Level One…"/>
          <p:cNvSpPr txBox="1"/>
          <p:nvPr>
            <p:ph type="body" sz="half" idx="1"/>
          </p:nvPr>
        </p:nvSpPr>
        <p:spPr>
          <a:xfrm>
            <a:off x="1754503" y="3429000"/>
            <a:ext cx="8682992" cy="2230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200000"/>
              </a:lnSpc>
              <a:buSzTx/>
              <a:buFontTx/>
              <a:buNone/>
              <a:defRPr cap="all" spc="300" sz="1600"/>
            </a:lvl1pPr>
            <a:lvl2pPr marL="742950" indent="-285750" algn="ctr">
              <a:lnSpc>
                <a:spcPct val="200000"/>
              </a:lnSpc>
              <a:buFontTx/>
              <a:defRPr cap="all" spc="300" sz="1600"/>
            </a:lvl2pPr>
            <a:lvl3pPr marL="1200150" indent="-285750" algn="ctr">
              <a:lnSpc>
                <a:spcPct val="200000"/>
              </a:lnSpc>
              <a:buFontTx/>
              <a:defRPr cap="all" spc="300" sz="1600"/>
            </a:lvl3pPr>
            <a:lvl4pPr marL="1657350" indent="-285750" algn="ctr">
              <a:lnSpc>
                <a:spcPct val="200000"/>
              </a:lnSpc>
              <a:buFontTx/>
              <a:defRPr cap="all" spc="300" sz="1600"/>
            </a:lvl4pPr>
            <a:lvl5pPr marL="2114550" indent="-285750" algn="ctr">
              <a:lnSpc>
                <a:spcPct val="200000"/>
              </a:lnSpc>
              <a:buFontTx/>
              <a:defRPr cap="all" spc="300"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A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361950" y="327025"/>
            <a:ext cx="11468100" cy="6203950"/>
          </a:xfrm>
          <a:prstGeom prst="rect">
            <a:avLst/>
          </a:prstGeom>
          <a:ln w="28575">
            <a:solidFill>
              <a:schemeClr val="accent3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Source Sans Pro"/>
                <a:ea typeface="Source Sans Pro"/>
                <a:cs typeface="Source Sans Pro"/>
                <a:sym typeface="Source Sans Pro"/>
              </a:defRPr>
            </a:pPr>
          </a:p>
        </p:txBody>
      </p:sp>
      <p:grpSp>
        <p:nvGrpSpPr>
          <p:cNvPr id="5" name="Group 44"/>
          <p:cNvGrpSpPr/>
          <p:nvPr/>
        </p:nvGrpSpPr>
        <p:grpSpPr>
          <a:xfrm>
            <a:off x="6083299" y="327025"/>
            <a:ext cx="25402" cy="6203952"/>
            <a:chOff x="0" y="0"/>
            <a:chExt cx="25400" cy="6203952"/>
          </a:xfrm>
        </p:grpSpPr>
        <p:sp>
          <p:nvSpPr>
            <p:cNvPr id="3" name="Straight Connector 45"/>
            <p:cNvSpPr/>
            <p:nvPr/>
          </p:nvSpPr>
          <p:spPr>
            <a:xfrm flipV="1">
              <a:off x="-1" y="5954033"/>
              <a:ext cx="25402" cy="249920"/>
            </a:xfrm>
            <a:prstGeom prst="line">
              <a:avLst/>
            </a:prstGeom>
            <a:noFill/>
            <a:ln w="28575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" name="Straight Connector 46"/>
            <p:cNvSpPr/>
            <p:nvPr/>
          </p:nvSpPr>
          <p:spPr>
            <a:xfrm flipV="1">
              <a:off x="-1" y="0"/>
              <a:ext cx="25402" cy="249919"/>
            </a:xfrm>
            <a:prstGeom prst="line">
              <a:avLst/>
            </a:prstGeom>
            <a:noFill/>
            <a:ln w="28575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6" name="Title Text"/>
          <p:cNvSpPr txBox="1"/>
          <p:nvPr>
            <p:ph type="title"/>
          </p:nvPr>
        </p:nvSpPr>
        <p:spPr>
          <a:xfrm>
            <a:off x="838196" y="853335"/>
            <a:ext cx="10515605" cy="1377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" name="Body Level One…"/>
          <p:cNvSpPr txBox="1"/>
          <p:nvPr>
            <p:ph type="body" idx="1"/>
          </p:nvPr>
        </p:nvSpPr>
        <p:spPr>
          <a:xfrm>
            <a:off x="837520" y="2651756"/>
            <a:ext cx="10515601" cy="34667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8463946" y="6221731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3"/>
          </a:solidFill>
          <a:uFillTx/>
          <a:latin typeface="DM Serif Display"/>
          <a:ea typeface="DM Serif Display"/>
          <a:cs typeface="DM Serif Display"/>
          <a:sym typeface="DM Serif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3"/>
          </a:solidFill>
          <a:uFillTx/>
          <a:latin typeface="DM Serif Display"/>
          <a:ea typeface="DM Serif Display"/>
          <a:cs typeface="DM Serif Display"/>
          <a:sym typeface="DM Serif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3"/>
          </a:solidFill>
          <a:uFillTx/>
          <a:latin typeface="DM Serif Display"/>
          <a:ea typeface="DM Serif Display"/>
          <a:cs typeface="DM Serif Display"/>
          <a:sym typeface="DM Serif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3"/>
          </a:solidFill>
          <a:uFillTx/>
          <a:latin typeface="DM Serif Display"/>
          <a:ea typeface="DM Serif Display"/>
          <a:cs typeface="DM Serif Display"/>
          <a:sym typeface="DM Serif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3"/>
          </a:solidFill>
          <a:uFillTx/>
          <a:latin typeface="DM Serif Display"/>
          <a:ea typeface="DM Serif Display"/>
          <a:cs typeface="DM Serif Display"/>
          <a:sym typeface="DM Serif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3"/>
          </a:solidFill>
          <a:uFillTx/>
          <a:latin typeface="DM Serif Display"/>
          <a:ea typeface="DM Serif Display"/>
          <a:cs typeface="DM Serif Display"/>
          <a:sym typeface="DM Serif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3"/>
          </a:solidFill>
          <a:uFillTx/>
          <a:latin typeface="DM Serif Display"/>
          <a:ea typeface="DM Serif Display"/>
          <a:cs typeface="DM Serif Display"/>
          <a:sym typeface="DM Serif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3"/>
          </a:solidFill>
          <a:uFillTx/>
          <a:latin typeface="DM Serif Display"/>
          <a:ea typeface="DM Serif Display"/>
          <a:cs typeface="DM Serif Display"/>
          <a:sym typeface="DM Serif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3"/>
          </a:solidFill>
          <a:uFillTx/>
          <a:latin typeface="DM Serif Display"/>
          <a:ea typeface="DM Serif Display"/>
          <a:cs typeface="DM Serif Display"/>
          <a:sym typeface="DM Serif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731519" marR="0" indent="-27431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2192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7145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21717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5908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30480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5052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9624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2"/>
          <p:cNvSpPr txBox="1"/>
          <p:nvPr>
            <p:ph type="title"/>
          </p:nvPr>
        </p:nvSpPr>
        <p:spPr>
          <a:xfrm>
            <a:off x="868680" y="804670"/>
            <a:ext cx="10460736" cy="3255268"/>
          </a:xfrm>
          <a:prstGeom prst="rect">
            <a:avLst/>
          </a:prstGeom>
        </p:spPr>
        <p:txBody>
          <a:bodyPr/>
          <a:lstStyle/>
          <a:p>
            <a:pPr>
              <a:defRPr b="1" sz="4400"/>
            </a:pPr>
            <a:r>
              <a:t>Neural Probabilistic Language Model</a:t>
            </a:r>
            <a:br/>
            <a:r>
              <a:rPr b="0"/>
              <a:t>Teaching Computers to Predict Words Like Humans</a:t>
            </a:r>
          </a:p>
        </p:txBody>
      </p:sp>
      <p:sp>
        <p:nvSpPr>
          <p:cNvPr id="153" name="Text Placeholder 4"/>
          <p:cNvSpPr txBox="1"/>
          <p:nvPr>
            <p:ph type="body" sz="quarter" idx="1"/>
          </p:nvPr>
        </p:nvSpPr>
        <p:spPr>
          <a:xfrm>
            <a:off x="2793145" y="4560818"/>
            <a:ext cx="6605708" cy="914402"/>
          </a:xfrm>
          <a:prstGeom prst="rect">
            <a:avLst/>
          </a:prstGeom>
        </p:spPr>
        <p:txBody>
          <a:bodyPr/>
          <a:lstStyle/>
          <a:p>
            <a:pPr/>
            <a:r>
              <a:t>Presented by: Rohan Sanjay Patil, Riya BIJU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/>
          <p:cNvSpPr txBox="1"/>
          <p:nvPr>
            <p:ph type="title"/>
          </p:nvPr>
        </p:nvSpPr>
        <p:spPr>
          <a:xfrm>
            <a:off x="838198" y="853331"/>
            <a:ext cx="10435229" cy="5151337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Big Problem: Curse of Dimensionality</a:t>
            </a:r>
            <a:br/>
            <a:br/>
            <a:r>
              <a:t>1. </a:t>
            </a:r>
            <a:r>
              <a:rPr b="0"/>
              <a:t>10 words with 100,000 vocabulary = 10⁵⁰ - 1 combinations!</a:t>
            </a:r>
            <a:br>
              <a:rPr b="0"/>
            </a:br>
            <a:r>
              <a:t>2. </a:t>
            </a:r>
            <a:r>
              <a:rPr b="0"/>
              <a:t>Traditional n-grams just 'glue' short pieces together</a:t>
            </a:r>
            <a:br>
              <a:rPr b="0"/>
            </a:br>
            <a:r>
              <a:t>3. </a:t>
            </a:r>
            <a:r>
              <a:rPr b="0"/>
              <a:t>Can't capture word similarity or long contexts only the frequency.</a:t>
            </a:r>
            <a:br>
              <a:rPr b="0"/>
            </a:br>
            <a:r>
              <a:t>4. </a:t>
            </a:r>
            <a:r>
              <a:rPr b="0"/>
              <a:t>We need something smarter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🧠</a:t>
            </a:r>
            <a:br>
              <a:rPr b="0">
                <a:latin typeface="+mn-lt"/>
                <a:ea typeface="+mn-ea"/>
                <a:cs typeface="+mn-cs"/>
                <a:sym typeface="Helvetica"/>
              </a:rPr>
            </a:b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itle 1"/>
          <p:cNvSpPr txBox="1"/>
          <p:nvPr>
            <p:ph type="title"/>
          </p:nvPr>
        </p:nvSpPr>
        <p:spPr>
          <a:xfrm>
            <a:off x="925882" y="-1"/>
            <a:ext cx="6927937" cy="5151336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How N-Gram Models Work</a:t>
            </a:r>
            <a:br/>
            <a:r>
              <a:rPr sz="2000"/>
              <a:t>	</a:t>
            </a:r>
            <a:r>
              <a:rPr b="0" sz="2000"/>
              <a:t>Predict words by counting what came before</a:t>
            </a:r>
            <a:br>
              <a:rPr b="0" sz="2000"/>
            </a:br>
            <a:br>
              <a:rPr b="0" sz="2000"/>
            </a:br>
            <a:r>
              <a:rPr sz="2000"/>
              <a:t>Training Data:</a:t>
            </a:r>
            <a:br>
              <a:rPr sz="2000"/>
            </a:br>
            <a:r>
              <a:rPr b="0" sz="2000"/>
              <a:t>The cat is sleeping</a:t>
            </a:r>
            <a:br>
              <a:rPr b="0" sz="2000"/>
            </a:br>
            <a:r>
              <a:rPr b="0" sz="2000"/>
              <a:t>The cat is walking</a:t>
            </a:r>
            <a:endParaRPr sz="2000"/>
          </a:p>
          <a:p>
            <a:pPr algn="l">
              <a:lnSpc>
                <a:spcPct val="150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dog is barking</a:t>
            </a:r>
            <a:br/>
          </a:p>
        </p:txBody>
      </p:sp>
      <p:sp>
        <p:nvSpPr>
          <p:cNvPr id="158" name="Title 1"/>
          <p:cNvSpPr txBox="1"/>
          <p:nvPr/>
        </p:nvSpPr>
        <p:spPr>
          <a:xfrm>
            <a:off x="3881449" y="2218769"/>
            <a:ext cx="7449996" cy="1238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50000"/>
              </a:lnSpc>
              <a:defRPr b="1" sz="20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Prediction:</a:t>
            </a:r>
            <a:br/>
            <a:r>
              <a:rPr b="0"/>
              <a:t>Given:  “The cat is“</a:t>
            </a:r>
            <a:br>
              <a:rPr b="0"/>
            </a:br>
            <a:r>
              <a:rPr b="0"/>
              <a:t>P(walking | The cat is) = count('The cat is walking') / count('The cat is’)</a:t>
            </a:r>
          </a:p>
        </p:txBody>
      </p:sp>
      <p:sp>
        <p:nvSpPr>
          <p:cNvPr id="159" name="Title 1"/>
          <p:cNvSpPr txBox="1"/>
          <p:nvPr/>
        </p:nvSpPr>
        <p:spPr>
          <a:xfrm>
            <a:off x="3717931" y="4170222"/>
            <a:ext cx="6156962" cy="213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50000"/>
              </a:lnSpc>
              <a:defRPr b="1" sz="20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⚠ Problems:</a:t>
            </a:r>
            <a:br/>
            <a:r>
              <a:rPr b="0"/>
              <a:t>❌ Need exact phrase matches</a:t>
            </a:r>
            <a:br>
              <a:rPr b="0"/>
            </a:br>
            <a:r>
              <a:rPr b="0"/>
              <a:t>❌ Short memory (typically 2-4 words)</a:t>
            </a:r>
            <a:br>
              <a:rPr b="0"/>
            </a:br>
            <a:r>
              <a:rPr b="0"/>
              <a:t>❌ Sparse data - most test combinations never seen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itle 1"/>
          <p:cNvSpPr txBox="1"/>
          <p:nvPr>
            <p:ph type="title"/>
          </p:nvPr>
        </p:nvSpPr>
        <p:spPr>
          <a:xfrm>
            <a:off x="838198" y="853331"/>
            <a:ext cx="10435229" cy="5151337"/>
          </a:xfrm>
          <a:prstGeom prst="rect">
            <a:avLst/>
          </a:prstGeom>
        </p:spPr>
        <p:txBody>
          <a:bodyPr/>
          <a:lstStyle/>
          <a:p>
            <a:pPr algn="l" defTabSz="321868">
              <a:lnSpc>
                <a:spcPct val="150000"/>
              </a:lnSpc>
              <a:defRPr b="1" sz="1848">
                <a:latin typeface="Times New Roman"/>
                <a:ea typeface="Times New Roman"/>
                <a:cs typeface="Times New Roman"/>
                <a:sym typeface="Times New Roman"/>
              </a:defRPr>
            </a:pPr>
            <a:br/>
            <a:r>
              <a:t>The Brilliant Idea</a:t>
            </a:r>
          </a:p>
          <a:p>
            <a:pPr lvl="3" defTabSz="321868">
              <a:lnSpc>
                <a:spcPct val="150000"/>
              </a:lnSpc>
              <a:defRPr b="1" sz="184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  </a:t>
            </a:r>
            <a:r>
              <a:rPr b="0"/>
              <a:t>A distributed representation of words</a:t>
            </a:r>
            <a:br>
              <a:rPr b="0"/>
            </a:br>
            <a:r>
              <a:t>	</a:t>
            </a:r>
            <a:r>
              <a:rPr b="0"/>
              <a:t>Each word → feature vector in ℝᵐ space</a:t>
            </a:r>
            <a:br>
              <a:rPr b="0"/>
            </a:br>
            <a:r>
              <a:rPr b="0"/>
              <a:t>	Similar words sit close together(Low hamming distance)</a:t>
            </a:r>
            <a:br>
              <a:rPr b="0"/>
            </a:br>
            <a:r>
              <a:rPr b="0"/>
              <a:t>	Learn representations + probabilities together</a:t>
            </a:r>
            <a:br>
              <a:rPr b="0"/>
            </a:br>
            <a:r>
              <a:t>Similar Words:</a:t>
            </a:r>
            <a:br/>
            <a:r>
              <a:t>	</a:t>
            </a:r>
            <a:r>
              <a:rPr b="0"/>
              <a:t>cat≈dog</a:t>
            </a:r>
            <a:br>
              <a:rPr b="0"/>
            </a:br>
            <a:r>
              <a:rPr b="0"/>
              <a:t>	bedroom≈room</a:t>
            </a:r>
            <a:br>
              <a:rPr b="0"/>
            </a:br>
            <a:r>
              <a:rPr b="0"/>
              <a:t>	the≈a</a:t>
            </a:r>
            <a:br>
              <a:rPr b="0"/>
            </a:br>
            <a:r>
              <a:rPr b="0"/>
              <a:t>	walking≈running</a:t>
            </a:r>
            <a:br>
              <a:rPr b="0"/>
            </a:br>
            <a:br>
              <a:rPr b="0"/>
            </a:b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1"/>
          <p:cNvSpPr txBox="1"/>
          <p:nvPr>
            <p:ph type="title"/>
          </p:nvPr>
        </p:nvSpPr>
        <p:spPr>
          <a:xfrm>
            <a:off x="838198" y="853331"/>
            <a:ext cx="10435229" cy="5151337"/>
          </a:xfrm>
          <a:prstGeom prst="rect">
            <a:avLst/>
          </a:prstGeom>
        </p:spPr>
        <p:txBody>
          <a:bodyPr/>
          <a:lstStyle/>
          <a:p>
            <a:pPr algn="l" defTabSz="896111">
              <a:lnSpc>
                <a:spcPct val="150000"/>
              </a:lnSpc>
              <a:defRPr b="1"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Magic of Generalization</a:t>
            </a:r>
            <a:br/>
            <a:r>
              <a:rPr b="0"/>
              <a:t>Training on:</a:t>
            </a:r>
            <a:br>
              <a:rPr b="0"/>
            </a:br>
            <a:r>
              <a:rPr b="0"/>
              <a:t>	The cat is walking in the bedroom</a:t>
            </a:r>
            <a:br>
              <a:rPr b="0"/>
            </a:br>
            <a:r>
              <a:rPr b="0"/>
              <a:t>Automatically understands:</a:t>
            </a:r>
            <a:br>
              <a:rPr b="0"/>
            </a:br>
            <a:r>
              <a:rPr b="0"/>
              <a:t>	A dog was running in a room ✓</a:t>
            </a:r>
            <a:br>
              <a:rPr b="0"/>
            </a:br>
            <a:r>
              <a:rPr b="0"/>
              <a:t>	The cat is running in a room ✓</a:t>
            </a:r>
            <a:br>
              <a:rPr b="0"/>
            </a:br>
            <a:r>
              <a:rPr b="0"/>
              <a:t>	A dog is walking in a bedroom ✓</a:t>
            </a:r>
            <a:br>
              <a:rPr b="0"/>
            </a:br>
            <a:r>
              <a:rPr b="0"/>
              <a:t>	The dog was walking in the room ✓</a:t>
            </a:r>
            <a:br>
              <a:rPr b="0"/>
            </a:br>
            <a:r>
              <a:t>Similar words = Similar vectors = Similar probabilities!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itle 1"/>
          <p:cNvSpPr txBox="1"/>
          <p:nvPr>
            <p:ph type="title"/>
          </p:nvPr>
        </p:nvSpPr>
        <p:spPr>
          <a:xfrm>
            <a:off x="838198" y="853331"/>
            <a:ext cx="10435229" cy="5151337"/>
          </a:xfrm>
          <a:prstGeom prst="rect">
            <a:avLst/>
          </a:prstGeom>
        </p:spPr>
        <p:txBody>
          <a:bodyPr/>
          <a:lstStyle/>
          <a:p>
            <a:pPr algn="l" defTabSz="343814">
              <a:lnSpc>
                <a:spcPct val="150000"/>
              </a:lnSpc>
              <a:defRPr b="1" sz="104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16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8198" y="853331"/>
            <a:ext cx="7071378" cy="50646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itle 1"/>
          <p:cNvSpPr txBox="1"/>
          <p:nvPr>
            <p:ph type="title"/>
          </p:nvPr>
        </p:nvSpPr>
        <p:spPr>
          <a:xfrm>
            <a:off x="556030" y="853332"/>
            <a:ext cx="10435226" cy="5151336"/>
          </a:xfrm>
          <a:prstGeom prst="rect">
            <a:avLst/>
          </a:prstGeom>
        </p:spPr>
        <p:txBody>
          <a:bodyPr/>
          <a:lstStyle/>
          <a:p>
            <a:pPr algn="l" defTabSz="877822">
              <a:lnSpc>
                <a:spcPct val="150000"/>
              </a:lnSpc>
              <a:defRPr b="1"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Neural Network Architecture</a:t>
            </a:r>
            <a:br/>
            <a:r>
              <a:rPr sz="2400"/>
              <a:t>Input Layer</a:t>
            </a:r>
            <a:br>
              <a:rPr sz="2400"/>
            </a:br>
            <a:r>
              <a:rPr b="0" sz="2400"/>
              <a:t>Word feature vectors C (|V| × m matrix)</a:t>
            </a:r>
            <a:br>
              <a:rPr b="0" sz="2400"/>
            </a:br>
            <a:r>
              <a:rPr b="0" sz="2400"/>
              <a:t>↓</a:t>
            </a:r>
            <a:br>
              <a:rPr b="0" sz="2400"/>
            </a:br>
            <a:r>
              <a:rPr sz="2400"/>
              <a:t>Hidden Layer</a:t>
            </a:r>
            <a:br>
              <a:rPr sz="2400"/>
            </a:br>
            <a:r>
              <a:rPr b="0" sz="2400"/>
              <a:t>tanh activation, h units</a:t>
            </a:r>
            <a:br>
              <a:rPr b="0" sz="2400"/>
            </a:br>
            <a:r>
              <a:rPr b="0" sz="2400"/>
              <a:t>↓</a:t>
            </a:r>
            <a:br>
              <a:rPr b="0" sz="2400"/>
            </a:br>
            <a:r>
              <a:rPr sz="2400"/>
              <a:t>Output Layer</a:t>
            </a:r>
            <a:br>
              <a:rPr sz="2400"/>
            </a:br>
            <a:r>
              <a:rPr b="0" sz="2400"/>
              <a:t>Softmax for probabilities</a:t>
            </a:r>
            <a:br>
              <a:rPr b="0" sz="2400"/>
            </a:br>
            <a:r>
              <a:rPr b="0" sz="2400"/>
              <a:t>		</a:t>
            </a:r>
            <a:r>
              <a:rPr sz="2400">
                <a:latin typeface="+mn-lt"/>
                <a:ea typeface="+mn-ea"/>
                <a:cs typeface="+mn-cs"/>
                <a:sym typeface="Helvetica"/>
              </a:rPr>
              <a:t>🔑</a:t>
            </a:r>
            <a:r>
              <a:rPr sz="2400"/>
              <a:t> Shared parameters across all words!</a:t>
            </a:r>
          </a:p>
        </p:txBody>
      </p:sp>
      <p:pic>
        <p:nvPicPr>
          <p:cNvPr id="169" name="Screenshot 2025-10-13 at 10.57.08.png" descr="Screenshot 2025-10-13 at 10.57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07901" y="1128730"/>
            <a:ext cx="5977827" cy="42814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1"/>
          <p:cNvSpPr txBox="1"/>
          <p:nvPr>
            <p:ph type="title"/>
          </p:nvPr>
        </p:nvSpPr>
        <p:spPr>
          <a:xfrm>
            <a:off x="838198" y="853331"/>
            <a:ext cx="10435229" cy="5151337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Optimizing training in Large Scale</a:t>
            </a:r>
            <a:br/>
            <a:br/>
            <a:r>
              <a:rPr sz="2800"/>
              <a:t>Data-Parallel (Synchronous and Asynchronous)</a:t>
            </a:r>
            <a:br>
              <a:rPr sz="2800"/>
            </a:br>
            <a:r>
              <a:rPr sz="2800"/>
              <a:t>	</a:t>
            </a:r>
            <a:r>
              <a:rPr b="0" sz="2800"/>
              <a:t>Multiple processors, shared memory</a:t>
            </a:r>
            <a:br>
              <a:rPr b="0" sz="2800"/>
            </a:br>
            <a:r>
              <a:rPr sz="2800"/>
              <a:t>Parameter-Parallel</a:t>
            </a:r>
            <a:br>
              <a:rPr sz="2800"/>
            </a:br>
            <a:r>
              <a:rPr sz="2800"/>
              <a:t>	</a:t>
            </a:r>
            <a:r>
              <a:rPr b="0" sz="2800"/>
              <a:t>Split output parameter computation (99.7% of work!) </a:t>
            </a:r>
            <a:endParaRPr sz="2800"/>
          </a:p>
          <a:p>
            <a:pPr lvl="1">
              <a:lnSpc>
                <a:spcPct val="150000"/>
              </a:lnSpc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Linux Clusters dealing with fast communication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itle 1"/>
          <p:cNvSpPr txBox="1"/>
          <p:nvPr>
            <p:ph type="title"/>
          </p:nvPr>
        </p:nvSpPr>
        <p:spPr>
          <a:xfrm>
            <a:off x="878385" y="853331"/>
            <a:ext cx="10435229" cy="5151337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50000"/>
              </a:lnSpc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Results: Impressive!</a:t>
            </a:r>
            <a:br/>
            <a:r>
              <a:t>Brown Corpus</a:t>
            </a:r>
            <a:br/>
            <a:r>
              <a:t>	24% better</a:t>
            </a:r>
            <a:br/>
            <a:r>
              <a:t>	</a:t>
            </a:r>
            <a:r>
              <a:rPr b="0"/>
              <a:t>Test perplexity: 252 vs 336</a:t>
            </a:r>
            <a:br>
              <a:rPr b="0"/>
            </a:br>
            <a:r>
              <a:t>AP News (14M words)</a:t>
            </a:r>
            <a:br/>
            <a:r>
              <a:t>	8% better</a:t>
            </a:r>
            <a:br/>
            <a:r>
              <a:t>	</a:t>
            </a:r>
            <a:r>
              <a:rPr b="0"/>
              <a:t>Test perplexity: 109 vs 117</a:t>
            </a:r>
            <a:br>
              <a:rPr b="0"/>
            </a:br>
            <a:r>
              <a:rPr b="0"/>
              <a:t>			</a:t>
            </a:r>
            <a:r>
              <a:t>Neural Network Wins!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4"/>
          <p:cNvSpPr txBox="1"/>
          <p:nvPr>
            <p:ph type="title"/>
          </p:nvPr>
        </p:nvSpPr>
        <p:spPr>
          <a:xfrm>
            <a:off x="838197" y="853333"/>
            <a:ext cx="10515604" cy="1377187"/>
          </a:xfrm>
          <a:prstGeom prst="rect">
            <a:avLst/>
          </a:prstGeom>
        </p:spPr>
        <p:txBody>
          <a:bodyPr lIns="0" tIns="0" rIns="0" bIns="0"/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Performance Comparison</a:t>
            </a:r>
          </a:p>
        </p:txBody>
      </p:sp>
      <p:graphicFrame>
        <p:nvGraphicFramePr>
          <p:cNvPr id="176" name="Table 8"/>
          <p:cNvGraphicFramePr/>
          <p:nvPr/>
        </p:nvGraphicFramePr>
        <p:xfrm>
          <a:off x="838196" y="1968306"/>
          <a:ext cx="10515604" cy="328983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5981515"/>
                <a:gridCol w="4534086"/>
              </a:tblGrid>
              <a:tr h="65796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900">
                          <a:solidFill>
                            <a:schemeClr val="accent3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Model</a:t>
                      </a:r>
                    </a:p>
                  </a:txBody>
                  <a:tcPr marL="74769" marR="74769" marT="74769" marB="74769" anchor="ctr" anchorCtr="0" horzOverflow="overflow">
                    <a:lnL w="12700">
                      <a:solidFill>
                        <a:srgbClr val="E5E7EB"/>
                      </a:solidFill>
                    </a:lnL>
                    <a:lnR w="12700">
                      <a:solidFill>
                        <a:srgbClr val="E5E7EB"/>
                      </a:solidFill>
                    </a:lnR>
                    <a:lnT w="12700">
                      <a:solidFill>
                        <a:srgbClr val="E5E7EB"/>
                      </a:solidFill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900">
                          <a:solidFill>
                            <a:schemeClr val="accent3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Test Perplexity</a:t>
                      </a:r>
                    </a:p>
                  </a:txBody>
                  <a:tcPr marL="74769" marR="74769" marT="74769" marB="74769" anchor="ctr" anchorCtr="0" horzOverflow="overflow">
                    <a:lnL w="12700">
                      <a:solidFill>
                        <a:srgbClr val="E5E7EB"/>
                      </a:solidFill>
                    </a:lnL>
                    <a:lnR w="12700">
                      <a:solidFill>
                        <a:srgbClr val="E5E7EB"/>
                      </a:solidFill>
                    </a:lnR>
                    <a:lnT w="12700">
                      <a:solidFill>
                        <a:srgbClr val="E5E7EB"/>
                      </a:solidFill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5796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900">
                          <a:solidFill>
                            <a:schemeClr val="accent3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MLP10 (Neural Net)</a:t>
                      </a:r>
                    </a:p>
                  </a:txBody>
                  <a:tcPr marL="74769" marR="74769" marT="74769" marB="74769" anchor="ctr" anchorCtr="0" horzOverflow="overflow">
                    <a:lnL w="12700">
                      <a:solidFill>
                        <a:srgbClr val="E5E7EB"/>
                      </a:solidFill>
                    </a:lnL>
                    <a:lnR w="12700">
                      <a:solidFill>
                        <a:srgbClr val="E5E7EB"/>
                      </a:solidFill>
                    </a:lnR>
                    <a:lnT w="12700">
                      <a:solidFill>
                        <a:srgbClr val="E5E7EB"/>
                      </a:solidFill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900">
                          <a:solidFill>
                            <a:schemeClr val="accent3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252</a:t>
                      </a:r>
                    </a:p>
                  </a:txBody>
                  <a:tcPr marL="74769" marR="74769" marT="74769" marB="74769" anchor="ctr" anchorCtr="0" horzOverflow="overflow">
                    <a:lnL w="12700">
                      <a:solidFill>
                        <a:srgbClr val="E5E7EB"/>
                      </a:solidFill>
                    </a:lnL>
                    <a:lnR w="12700">
                      <a:solidFill>
                        <a:srgbClr val="E5E7EB"/>
                      </a:solidFill>
                    </a:lnR>
                    <a:lnT w="12700">
                      <a:solidFill>
                        <a:srgbClr val="E5E7EB"/>
                      </a:solidFill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5796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900">
                          <a:solidFill>
                            <a:schemeClr val="accent3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Best Class-based n-gram</a:t>
                      </a:r>
                    </a:p>
                  </a:txBody>
                  <a:tcPr marL="74769" marR="74769" marT="74769" marB="74769" anchor="ctr" anchorCtr="0" horzOverflow="overflow">
                    <a:lnL w="12700">
                      <a:solidFill>
                        <a:srgbClr val="E5E7EB"/>
                      </a:solidFill>
                    </a:lnL>
                    <a:lnR w="12700">
                      <a:solidFill>
                        <a:srgbClr val="E5E7EB"/>
                      </a:solidFill>
                    </a:lnR>
                    <a:lnT w="12700">
                      <a:solidFill>
                        <a:srgbClr val="E5E7EB"/>
                      </a:solidFill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900">
                          <a:solidFill>
                            <a:schemeClr val="accent3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312</a:t>
                      </a:r>
                    </a:p>
                  </a:txBody>
                  <a:tcPr marL="74769" marR="74769" marT="74769" marB="74769" anchor="ctr" anchorCtr="0" horzOverflow="overflow">
                    <a:lnL w="12700">
                      <a:solidFill>
                        <a:srgbClr val="E5E7EB"/>
                      </a:solidFill>
                    </a:lnL>
                    <a:lnR w="12700">
                      <a:solidFill>
                        <a:srgbClr val="E5E7EB"/>
                      </a:solidFill>
                    </a:lnR>
                    <a:lnT w="12700">
                      <a:solidFill>
                        <a:srgbClr val="E5E7EB"/>
                      </a:solidFill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5796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900">
                          <a:solidFill>
                            <a:schemeClr val="accent3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Kneser-Ney back-off</a:t>
                      </a:r>
                    </a:p>
                  </a:txBody>
                  <a:tcPr marL="74769" marR="74769" marT="74769" marB="74769" anchor="ctr" anchorCtr="0" horzOverflow="overflow">
                    <a:lnL w="12700">
                      <a:solidFill>
                        <a:srgbClr val="E5E7EB"/>
                      </a:solidFill>
                    </a:lnL>
                    <a:lnR w="12700">
                      <a:solidFill>
                        <a:srgbClr val="E5E7EB"/>
                      </a:solidFill>
                    </a:lnR>
                    <a:lnT w="12700">
                      <a:solidFill>
                        <a:srgbClr val="E5E7EB"/>
                      </a:solidFill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900">
                          <a:solidFill>
                            <a:schemeClr val="accent3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321</a:t>
                      </a:r>
                    </a:p>
                  </a:txBody>
                  <a:tcPr marL="74769" marR="74769" marT="74769" marB="74769" anchor="ctr" anchorCtr="0" horzOverflow="overflow">
                    <a:lnL w="12700">
                      <a:solidFill>
                        <a:srgbClr val="E5E7EB"/>
                      </a:solidFill>
                    </a:lnL>
                    <a:lnR w="12700">
                      <a:solidFill>
                        <a:srgbClr val="E5E7EB"/>
                      </a:solidFill>
                    </a:lnR>
                    <a:lnT w="12700">
                      <a:solidFill>
                        <a:srgbClr val="E5E7EB"/>
                      </a:solidFill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5796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900">
                          <a:solidFill>
                            <a:schemeClr val="accent3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Deleted Interpolation</a:t>
                      </a:r>
                    </a:p>
                  </a:txBody>
                  <a:tcPr marL="74769" marR="74769" marT="74769" marB="74769" anchor="ctr" anchorCtr="0" horzOverflow="overflow">
                    <a:lnL w="12700">
                      <a:solidFill>
                        <a:srgbClr val="E5E7EB"/>
                      </a:solidFill>
                    </a:lnL>
                    <a:lnR w="12700">
                      <a:solidFill>
                        <a:srgbClr val="E5E7EB"/>
                      </a:solidFill>
                    </a:lnR>
                    <a:lnT w="1270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900">
                          <a:solidFill>
                            <a:schemeClr val="accent3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336</a:t>
                      </a:r>
                    </a:p>
                  </a:txBody>
                  <a:tcPr marL="74769" marR="74769" marT="74769" marB="74769" anchor="ctr" anchorCtr="0" horzOverflow="overflow">
                    <a:lnL w="12700">
                      <a:solidFill>
                        <a:srgbClr val="E5E7EB"/>
                      </a:solidFill>
                    </a:lnL>
                    <a:lnR w="12700">
                      <a:solidFill>
                        <a:srgbClr val="E5E7EB"/>
                      </a:solidFill>
                    </a:lnR>
                    <a:lnT w="1270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itle 1"/>
          <p:cNvSpPr txBox="1"/>
          <p:nvPr>
            <p:ph type="title"/>
          </p:nvPr>
        </p:nvSpPr>
        <p:spPr>
          <a:xfrm>
            <a:off x="878385" y="853331"/>
            <a:ext cx="10733244" cy="5151337"/>
          </a:xfrm>
          <a:prstGeom prst="rect">
            <a:avLst/>
          </a:prstGeom>
        </p:spPr>
        <p:txBody>
          <a:bodyPr/>
          <a:lstStyle/>
          <a:p>
            <a:pPr algn="l" defTabSz="896111">
              <a:lnSpc>
                <a:spcPct val="150000"/>
              </a:lnSpc>
              <a:defRPr b="1"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Does It Work?</a:t>
            </a:r>
            <a:br/>
            <a:r>
              <a:t>Exponential Generalization</a:t>
            </a:r>
            <a:br/>
            <a:r>
              <a:t>	</a:t>
            </a:r>
            <a:r>
              <a:rPr b="0"/>
              <a:t>One sentence teaches exponentially many similar sentences</a:t>
            </a:r>
            <a:br>
              <a:rPr b="0"/>
            </a:br>
            <a:r>
              <a:t>Smooth Functions</a:t>
            </a:r>
            <a:br/>
            <a:r>
              <a:t>	</a:t>
            </a:r>
            <a:r>
              <a:rPr b="0"/>
              <a:t>Small changes in features = small changes in probability</a:t>
            </a:r>
            <a:br>
              <a:rPr b="0"/>
            </a:br>
            <a:r>
              <a:t>Linear Scaling</a:t>
            </a:r>
            <a:br/>
            <a:r>
              <a:t>	</a:t>
            </a:r>
            <a:r>
              <a:rPr b="0"/>
              <a:t>Not exponential! Scales linearly with vocabulary</a:t>
            </a:r>
            <a:br>
              <a:rPr b="0"/>
            </a:br>
            <a:r>
              <a:t>Long Contexts</a:t>
            </a:r>
            <a:br/>
            <a:r>
              <a:t>	</a:t>
            </a:r>
            <a:r>
              <a:rPr b="0"/>
              <a:t>Can use 5-6 words of context effectively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1"/>
          <p:cNvSpPr txBox="1"/>
          <p:nvPr>
            <p:ph type="title"/>
          </p:nvPr>
        </p:nvSpPr>
        <p:spPr>
          <a:xfrm>
            <a:off x="3615121" y="706869"/>
            <a:ext cx="4961758" cy="376720"/>
          </a:xfrm>
          <a:prstGeom prst="rect">
            <a:avLst/>
          </a:prstGeom>
        </p:spPr>
        <p:txBody>
          <a:bodyPr/>
          <a:lstStyle>
            <a:lvl1pPr algn="l" defTabSz="402336">
              <a:lnSpc>
                <a:spcPct val="150000"/>
              </a:lnSpc>
              <a:defRPr b="1" sz="1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Conclusion and Where are we after 17 years…</a:t>
            </a:r>
          </a:p>
        </p:txBody>
      </p:sp>
      <p:pic>
        <p:nvPicPr>
          <p:cNvPr id="181" name="WhatsApp Image 2025-10-13 at 10.50.00.jpeg" descr="WhatsApp Image 2025-10-13 at 10.50.00.jpeg"/>
          <p:cNvPicPr>
            <a:picLocks noChangeAspect="1"/>
          </p:cNvPicPr>
          <p:nvPr/>
        </p:nvPicPr>
        <p:blipFill>
          <a:blip r:embed="rId2">
            <a:extLst/>
          </a:blip>
          <a:srcRect l="0" t="7282" r="5634" b="0"/>
          <a:stretch>
            <a:fillRect/>
          </a:stretch>
        </p:blipFill>
        <p:spPr>
          <a:xfrm>
            <a:off x="3177609" y="1333683"/>
            <a:ext cx="6220063" cy="50218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itle 4"/>
          <p:cNvSpPr txBox="1"/>
          <p:nvPr>
            <p:ph type="title"/>
          </p:nvPr>
        </p:nvSpPr>
        <p:spPr>
          <a:xfrm>
            <a:off x="1754503" y="2313599"/>
            <a:ext cx="8682992" cy="2230804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">
      <a:dk1>
        <a:srgbClr val="000000"/>
      </a:dk1>
      <a:lt1>
        <a:srgbClr val="FAECEB"/>
      </a:lt1>
      <a:dk2>
        <a:srgbClr val="A7A7A7"/>
      </a:dk2>
      <a:lt2>
        <a:srgbClr val="535353"/>
      </a:lt2>
      <a:accent1>
        <a:srgbClr val="E69F9A"/>
      </a:accent1>
      <a:accent2>
        <a:srgbClr val="C38C44"/>
      </a:accent2>
      <a:accent3>
        <a:srgbClr val="B32752"/>
      </a:accent3>
      <a:accent4>
        <a:srgbClr val="F5BF77"/>
      </a:accent4>
      <a:accent5>
        <a:srgbClr val="BDBB78"/>
      </a:accent5>
      <a:accent6>
        <a:srgbClr val="9FCDC6"/>
      </a:accent6>
      <a:hlink>
        <a:srgbClr val="0000FF"/>
      </a:hlink>
      <a:folHlink>
        <a:srgbClr val="FF00FF"/>
      </a:folHlink>
    </a:clrScheme>
    <a:fontScheme name="Custom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AECEB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69F9A"/>
      </a:accent1>
      <a:accent2>
        <a:srgbClr val="C38C44"/>
      </a:accent2>
      <a:accent3>
        <a:srgbClr val="B32752"/>
      </a:accent3>
      <a:accent4>
        <a:srgbClr val="F5BF77"/>
      </a:accent4>
      <a:accent5>
        <a:srgbClr val="BDBB78"/>
      </a:accent5>
      <a:accent6>
        <a:srgbClr val="9FCDC6"/>
      </a:accent6>
      <a:hlink>
        <a:srgbClr val="0000FF"/>
      </a:hlink>
      <a:folHlink>
        <a:srgbClr val="FF00FF"/>
      </a:folHlink>
    </a:clrScheme>
    <a:fontScheme name="Custom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AECEB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